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MOSIP New Environment Deployment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600">
                <a:solidFill>
                  <a:srgbClr val="006699"/>
                </a:solidFill>
              </a:defRPr>
            </a:pPr>
            <a:r>
              <a:t>Knowledge Transfer for Dev &amp; QA Teams</a:t>
            </a:r>
          </a:p>
          <a:p>
            <a:r>
              <a:t>Self-Service GitHub Actions Workflow • August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Agenda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Core concepts: branch = environment, deployment profiles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Architecture: Phase 0 (DevOps) vs Phase 1 (QA/Dev per env)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Complete 10-step deployment walkthrough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Terraform + Rancher automation (import &amp; KUBECONFIG)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Helmsman application deployment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Secrets, verification, and sign-off checklist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Common mistakes &amp; teardown overview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Documentation &amp; Q&amp;A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Who Does What?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DevOps (once per platform): base-infra, optional observ-infra/Rancher, repo secrets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QA / Dev (per environment): branch, tfvars, WireGuard onboard, captcha, workflows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Goal: deploy a new env like qajava11 without DevOps for routine steps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Automation branch required (e.g. Ivanmeneges-patch-kubeconfig or develop after merge)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Reference doc: docs/SELF_SERVICE_DEPLOYMENT_GUIDE.md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Core Concept: Branch = Environment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Git branch name = GitHub Environment name = secret scope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Example: branch qajava11 → Settings → Environments → qajava11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All workflows use: environment: ${{ github.ref_name }}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Branch names with parentheses supported (e.g. perfm(issue1919))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Create new env: git checkout -b &lt;env-name&gt; and push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Deployment Profiles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mosip — full MOSIP platform (7-node cluster)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tfvars: profiles/mosip/aws.tfvars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Helmsman: Helmsman/dsf/mosip-platform-1.2.0.x/ or 1.2.1.x/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esignet-standalone — eSignet only (4-node cluster)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tfvars: profiles/esignet-standalone/aws.tfvars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Helmsman: Helmsman/dsf/esignet-standalone/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Pick MOSIP version folder to match your release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Architecture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PHASE 0 (one-time, DevOps):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terraform plan/apply → base-infra (VPC, jump server, WireGuard server)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Optional: observ-infra (Rancher UI + Keycloak) + SAML integration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PHASE 1 (per environment, QA/Dev):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1. Branch  2. tfvars  3. WireGuard onboard  4. Secrets/vars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5. Terraform infra  6. Helmsman External  7. Helmsman MOSIP  8. Test rigs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PHASE 2 (teardown): Helmsman destroy → terraform destroy → WireGuard offboard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What Is Automated vs Manual?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06699"/>
                </a:solidFill>
              </a:defRPr>
            </a:pPr>
            <a:r>
              <a:t>Automated (self-service)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WireGuard peer allocation → TF_WG_CONFIG, WG0, WG1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Rancher cluster registration (ENABLE_RANCHER_IMPORT=true)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Post-apply Rancher import on control plane (fresh token)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KUBECONFIG publish to env secret (PUBLISH_KUBECONFIG=true)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DSF domain placeholders ${domain_name}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Captcha keys from environment secrets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754880" y="146304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600">
                <a:solidFill>
                  <a:srgbClr val="006699"/>
                </a:solidFill>
              </a:defRPr>
            </a:pPr>
            <a:r>
              <a:t>Still manual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Google reCAPTCHA key creation (6 keys per env)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Route53 zone ID, AMI ID in tfvars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MOSIP / k8s-infra branch selection in tfvars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Helmsman profile version choice</a:t>
            </a:r>
          </a:p>
          <a:p>
            <a:pPr>
              <a:spcAft>
                <a:spcPts val="400"/>
              </a:spcAft>
              <a:defRPr sz="1400">
                <a:solidFill>
                  <a:srgbClr val="333333"/>
                </a:solidFill>
              </a:defRPr>
            </a:pPr>
            <a:r>
              <a:t>• Partner onboarding verification in MinIO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Phase 0 — DevOps One-Time Setup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Repository secrets: GPG_PASSPHRASE, AWS keys, mosip-aws (SSH), GH_INFRA_PAT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WireGuard onboard secrets: ACTION_PAT, MOSIP_AWS_PEM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Workflow: terraform plan / apply → TERRAFORM_COMPONENT=base-infra, APPLY=true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Edit: terraform/implementations/aws/base-infra/aws.tfvars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Save jump server public IP for WireGuard onboard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Optional: observ-infra + Keycloak-Rancher SAML for Rancher SSO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1 — Create Deployment Branch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git clone https://github.com/YOUR_ORG/infra.git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git checkout &lt;automation-branch&gt;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git checkout -b qajava11    # branch name = environment name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git push -u origin qajava11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GitHub auto-creates Environment when secrets are first written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2 — Edit Terraform tfvars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File: terraform/implementations/aws/infra/profiles/mosip/aws.tfvars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Key fields to set: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cluster_name → qajava11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cluster_env_domain → qajava11.mosip.net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zone_id, ami, vpc_name, ssh_key_name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enable_postgresql_setup=true, postgresql_port=5433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mosip_infra_branch=develop (NOT perfm — use develop)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 NOT set rancher_import_url when using ENABLE_RANCHER_IMPORT=true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Commit and push tfvars to your env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3 — WireGuard Onboard (Automated)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Workflow: WireGuard onboard environment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Requires: self-hosted runner + MOSIP_AWS_PEM + ACTION_PAT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Inputs: ENV_NAME=qajava11, JUMPSERVER_HOST=&lt;jump IP&gt;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DRY_RUN=true first, then DRY_RUN=false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Creates environment secrets: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TF_WG_CONFIG (Terraform VPN)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CLUSTER_WIREGUARD_WG0 / WG1 (Helmsman VPN)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Run this BEFORE terraform infra — TF_WG_CONFIG is required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4 — Secrets &amp; Environment Variables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4a. Create 6 reCAPTCHA v2 keys (Google Admin) for prereg/admin/resident domains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4b. Set captcha secrets on Environment qajava11 (PREREG_*, ADMIN_*, RESIDENT_*)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4c. Environment variables: DOMAIN_NAME, ENV_NAME, CLUSTER_ID, DB_PORT=5433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4d. Rancher secrets: RANCHER_API_URL (no /v3), RANCHER_API_TOKEN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Location: Repo → Settings → Environments → qajava11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5 — Terraform Infra Workflow Inputs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Workflow: terraform plan / apply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CLOUD_PROVIDER=aws | TERRAFORM_COMPONENT=infra | INFRA_PROFILE=mosip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TERRAFORM_APPLY=true ✅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ENABLE_RANCHER_IMPORT=true ✅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RANCHER_CLUSTER_NAME=&lt;name&gt; (optional — defaults to branch)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PUBLISH_KUBECONFIG=true ✅ (default)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GRANT_GROUP_ACCESS=false (enable for multi-team RBAC from JSON)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Prerequisites: TF_WG_CONFIG + RANCHER_API_* secrets must exist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5 — What Happens Inside Terraform (Rancher)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1. Generate Rancher import URL via API (plan time)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2. Terraform Plan (with runtime tfvars — fresh import command)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3. Refresh import URL immediately before apply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4. Terraform Apply — EC2, RKE2, DNS, PostgreSQL, Ansible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5. Apply Rancher import on cluster — SSH to control plane, fresh manifest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6. Grant Rancher cluster access (optional — DEVOPS always cluster-owner)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7. Publish KUBECONFIG — wait ~6 min for state=active, set env secret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8. Encrypt state and push to branch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5 — After Terraform: Verify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GitHub Environment has KUBECONFIG secret (auto-published)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Rancher UI → Cluster Management → cluster Active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kubectl get nodes — all Ready (via WireGuard connected)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kubectl get pods -n cattle-system — cattle-cluster-agent Running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Copy CLUSTER_ID (e.g. c-c8ms8) for Helmsman Step 6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If kubeconfig publish failed: check import step + cattle-system pods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6 — Helmsman External (Prereq + External)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Workflow: Deploy External services of mosip using Helmsman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mode=apply ⚠️ NOT dry-run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profile=mosip-platform-1.2.0.x (match your MOSIP version)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domain_name=qajava11.mosip.net | env_name=qajava11 | db_port=5433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clusterid=c-xxxxx (from Rancher UI)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Deploys in parallel: prereq-dsf.yaml + external-dsf.yaml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Istio, monitoring, Keycloak, Kafka, MinIO, ActiveMQ, captcha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On success → auto-triggers Helmsman MOSIP workflow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7 — Helmsman MOSIP (Automatic)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Workflow: Deploy Mosip services of mosip using Helmsman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Usually auto-triggered after Step 6 succeeds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If not started: run manually with mode=apply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Deploys: mosip-dsf.yaml — all MOSIP core services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Duration: ~25–35 minutes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Wait for all pods in namespace mosip to be Running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Step 8 — Helmsman Test Rigs (Optional)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Workflow: Deploy Testrigs of mosip using Helmsman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Run ONLY after all MOSIP pods are Running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mode=apply | profile=mosip-platform-1.2.0.x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Deploys: testrigs-dsf.yaml — API/UI/DSL automation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Optional — skip if not doing automated testing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10-Step Quick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1. git checkout -b &lt;env-name&gt;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2. Edit profiles/mosip/aws.tfvars → push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3. WireGuard onboard (DRY_RUN=false)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4. Set captcha secrets (6) + env vars + Rancher API secrets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5. terraform plan/apply → infra, ENABLE_RANCHER_IMPORT=true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6. Deploy External services Helmsman → apply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7. Wait: Deploy Mosip services Helmsman (auto)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8. Deploy Testrigs Helmsman → apply (optional)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9. Verify portals + partner onboarder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10. Sign-off checklist (see guide)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Secrets Checklist (Per Environment)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Auto from WireGuard: TF_WG_CONFIG, CLUSTER_WIREGUARD_WG0, WG1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Auto from Terraform: KUBECONFIG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Manual: RANCHER_API_URL, RANCHER_API_TOKEN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Manual: 6 captcha key pairs (PREREG, ADMIN, RESIDENT × site+secret)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Variables: DOMAIN_NAME, ENV_NAME, CLUSTER_ID, DB_PORT=5433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Optional: SLACK_WEBHOOK_URL, SLACK_CHANNEL_NAME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Verification &amp; Sign-Off URLs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After infra: nodes Ready, KUBECONFIG secret exists, Rancher Active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After External: pods Running in istio-system, keycloak, kafka, minio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After MOSIP: all mosip namespace pods Running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Partner onboarder job Completed — check MinIO reports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Portal URLs (replace qajava11):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https://admin.qajava11.mosip.net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https://prereg.qajava11.mosip.net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https://resident.qajava11.mosip.net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• https://iam.qajava11.mosip.net/auth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Common Mistakes to Avoid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Branch name ≠ GitHub Environment name → secrets not found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Skipped WireGuard onboard → TF_WG_CONFIG missing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Missing RANCHER_API_* → import/kubeconfig fails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Helmsman dry-run instead of apply → validation errors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Wrong CLUSTER_ID → Grafana/monitoring broken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postgresql.enabled mismatch in DSF vs tfvars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Test rigs before MOSIP pods healthy → immediate failures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mosip_infra_branch=perfm in tfvars — use develop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Teardown Overview (When Done)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1. Optional: Helmsman destroy workflows (MOSIP → external → prereq)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2. terraform destroy — TERRAFORM_DESTROY=true required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 • Rancher import auto-disabled during destroy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   • Removes EC2, cluster, state files from branch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3. Optional: WireGuard offboard — free VPN peers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See: docs/ENVIRONMENT_DESTRUCTION_GUIDE.md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Documentation &amp; Support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docs/SELF_SERVICE_DEPLOYMENT_GUIDE.md — complete step-by-step guide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docs/WORKFLOW_GUIDE.md — GitHub Actions UI walkthrough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docs/SECRET_GENERATION_GUIDE.md — SSH, AWS, Rancher API tokens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docs/DSF_CONFIGURATION_GUIDE.md — Helmsman DSF configuration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docs/ENVIRONMENT_DESTRUCTION_GUIDE.md — safe teardown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docs/ONBOARDING_GUIDE.md — partner onboarding troubleshooting</a:t>
            </a:r>
          </a:p>
          <a:p>
            <a:pPr>
              <a:spcAft>
                <a:spcPts val="800"/>
              </a:spcAft>
              <a:defRPr sz="1800">
                <a:solidFill>
                  <a:srgbClr val="333333"/>
                </a:solidFill>
              </a:defRPr>
            </a:pPr>
            <a:r>
              <a:t>.github/workflows/README.md — workflow parameter reference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200" b="1">
                <a:solidFill>
                  <a:srgbClr val="003366"/>
                </a:solidFill>
              </a:defRPr>
            </a:pPr>
            <a:r>
              <a:t>Questions?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>
              <a:defRPr sz="1600">
                <a:solidFill>
                  <a:srgbClr val="006699"/>
                </a:solidFill>
              </a:defRPr>
            </a:pPr>
            <a:r>
              <a:t>Thank you — happy deploying!</a:t>
            </a:r>
          </a:p>
          <a:p>
            <a:r>
              <a:t>mosip/infra • Self-Service Automation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