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audience. Set expectation: QA/Dev can deploy a full MOSIP env with minimal DevOps involvement. Duration ~60–90 min. Share docs/SELF_SERVICE_DEPLOYMENT_GUIDE.md after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agenda. Emphasize live demo of GitHub Actions if possible. Point attendees to the PPT + self-service guide for later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DevOps owns Phase 0 once per VPC. QA/Dev own Phase 1 per environment. Draw the line: routine env creation should not need a DevOps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#1 concept. Show GitHub Settings → Environments with branch name. If branch is qajava11, ALL secrets go under environment qajava11 — not repository secrets.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which MOSIP release the team targets — that determines Helmsman profile folder. Most QA envs use mosip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slide before diving into each step. QA teams can screenshot this as their cheat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on what QA still must do. Captcha is the biggest manual chunk. Everything else is workflow-driven on the automation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DevOps-only section. QA can skip unless setting up a new VPC. Mention self-hosted runner requirement for WireGuard onboard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show branch creation in GitHub. Warn: branch name must be valid and match env name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tfvars file in repo. Highlight mosip_infra_branch=develop — common mistake is perfm.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DRY_RUN output if possible. Stress order: WireGuard before Terraform. Without TF_WG_CONFIG, infra workflow fails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GitHub Environments UI. Three buckets: repo secrets, auto-published, manual per 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Captcha takes ~15 min. Rancher token from Rancher UI → Account &amp; API Keys. CLUSTER_ID can be set after first deploy if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Run workflow form in GitHub Actions. Show checkboxes. GRANT_GROUP_ACCESS enables multi-team RBAC from rancher-access-grants.json.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technical slide for Dev audience. Explain why URL is refreshed before apply (stale token caused production issues). Post-apply SSH import is the reliability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successful Actions run. Open Rancher UI. Show KUBECONFIG in GitHub env secrets. Troubleshoot: cattle-cluster-agent not Running = network or stale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External workflow triggers MOSIP automatically on success. Always apply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Duration ~70–110 min. Show workflow inputs. clusterid from Rancher is required for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auto-trigger fails, run manually with same inputs. Partner onboarder completion is required before test rigs.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step. Common mistake: running test rigs before MOSIP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URL checks in browser if VPN connected. Provide sign-off checklist template to team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fire round. Ask audience which they've hit. Most common: WireGuard order, dry-run, branch/env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env is done: destroy apps first (optional), then terraform destroy. Rancher import auto-disabled — no tfvars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resources. Offer office hours for first solo deploy. Collect feedback on doc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floor. Typical questions: captcha setup time, CLUSTER_ID timing, what to do when kubeconfig publish times out, destroy re-run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0"/>
            <a:ext cx="9144000" cy="24688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1919735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828800"/>
            <a:ext cx="7772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MOSIP New Environment</a:t>
            </a:r>
            <a:br/>
            <a: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7772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Knowledge Transfer Session</a:t>
            </a:r>
            <a:br/>
            <a:r>
              <a:t>Self-Service GitHub Actions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9160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Dev &amp; QA Teams  •  GitHub Actions  •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Core concepts &amp; architecture (with flow diagrams)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Phase 0: one-time DevOps platform setup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Phase 1: 8 deployment steps for each new environment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Terraform + Rancher automation deep-dive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Helmsman application deployment cascade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Secrets checklist &amp; verification sign-off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Common mistakes &amp; teardown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Who Does What?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4DBDE5"/>
                </a:solidFill>
              </a:defRPr>
            </a:pPr>
            <a:r>
              <a:t>Three phases: platform setup → per-env deploy → teardown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417320"/>
            <a:ext cx="6949440" cy="10515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0 — DevOps (once)</a:t>
            </a:r>
            <a:br/>
            <a:r>
              <a:t>base-infra</a:t>
            </a:r>
            <a:br/>
            <a:r>
              <a:t>VPC • Jump server • WireGuard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468880"/>
            <a:ext cx="0" cy="27432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2743200"/>
            <a:ext cx="6949440" cy="105156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1 — QA/Dev (per env)</a:t>
            </a:r>
            <a:br/>
            <a:r>
              <a:t>Branch → tfvars → WireGuard → Terraform</a:t>
            </a:r>
            <a:br/>
            <a:r>
              <a:t>→ Helmsman External → MOSIP → Test rigs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3794760"/>
            <a:ext cx="0" cy="27432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7280" y="4069080"/>
            <a:ext cx="6949440" cy="1051560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 — Teardown</a:t>
            </a:r>
            <a:br/>
            <a:r>
              <a:t>Helmsman destroy → terraform destroy</a:t>
            </a:r>
            <a:br/>
            <a:r>
              <a:t>→ WireGuard offboard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Core Concept: Branch = Environment</a:t>
            </a:r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2286000" cy="118872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Git Branch</a:t>
            </a:r>
            <a:br/>
            <a:r>
              <a:t>qajava11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560320"/>
            <a:ext cx="2286000" cy="1188720"/>
          </a:xfrm>
          <a:prstGeom prst="roundRect">
            <a:avLst/>
          </a:prstGeom>
          <a:solidFill>
            <a:srgbClr val="5E35B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GitHub Environment</a:t>
            </a:r>
            <a:br/>
            <a:r>
              <a:t>qajava11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560320"/>
            <a:ext cx="2286000" cy="11887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Environment Secrets</a:t>
            </a:r>
            <a:br/>
            <a:r>
              <a:t>KUBECONFIG, TF_WG_CONFIG…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3154680"/>
            <a:ext cx="36576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3154680"/>
            <a:ext cx="36576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206240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C677D"/>
                </a:solidFill>
              </a:defRPr>
            </a:pPr>
            <a:r>
              <a:t>Rule: branch name MUST match environment name — all workflows use github.ref_name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Deployment Profiles</a:t>
            </a:r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mosip — Full MOSIP platform (7-node K8s cluster)</a:t>
            </a:r>
          </a:p>
          <a:p>
            <a:pPr lvl="1">
              <a:spcAft>
                <a:spcPts val="600"/>
              </a:spcAft>
              <a:defRPr sz="1400">
                <a:solidFill>
                  <a:srgbClr val="2D3440"/>
                </a:solidFill>
              </a:defRPr>
            </a:pPr>
            <a:r>
              <a:t>  tfvars: profiles/mosip/aws.tfvars</a:t>
            </a:r>
          </a:p>
          <a:p>
            <a:pPr lvl="1">
              <a:spcAft>
                <a:spcPts val="600"/>
              </a:spcAft>
              <a:defRPr sz="1400">
                <a:solidFill>
                  <a:srgbClr val="2D3440"/>
                </a:solidFill>
              </a:defRPr>
            </a:pPr>
            <a:r>
              <a:t>  Helmsman: mosip-platform-1.2.0.x/ or 1.2.1.x/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esignet-standalone — eSignet only (4-node cluster)</a:t>
            </a:r>
          </a:p>
          <a:p>
            <a:pPr lvl="1">
              <a:spcAft>
                <a:spcPts val="600"/>
              </a:spcAft>
              <a:defRPr sz="1400">
                <a:solidFill>
                  <a:srgbClr val="2D3440"/>
                </a:solidFill>
              </a:defRPr>
            </a:pPr>
            <a:r>
              <a:t>  tfvars: profiles/esignet-standalone/aws.tfvars</a:t>
            </a:r>
          </a:p>
          <a:p>
            <a:pPr lvl="1">
              <a:spcAft>
                <a:spcPts val="600"/>
              </a:spcAft>
              <a:defRPr sz="1400">
                <a:solidFill>
                  <a:srgbClr val="2D3440"/>
                </a:solidFill>
              </a:defRPr>
            </a:pPr>
            <a:r>
              <a:t>  Helmsman: esignet-standalone/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Profile picks both Terraform sizing AND Helmsman DSF folder — keep them aligned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10-Step Deployment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4DBDE5"/>
                </a:solidFill>
              </a:defRPr>
            </a:pPr>
            <a:r>
              <a:t>Per-environment flow from branch creation to optional test rigs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1051560" cy="658368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 Branch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1792224"/>
            <a:ext cx="32004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68880" y="1463040"/>
            <a:ext cx="1051560" cy="658368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 tfvars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20440" y="1792224"/>
            <a:ext cx="32004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17720" y="1463040"/>
            <a:ext cx="1051560" cy="658368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 WireGuard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1792224"/>
            <a:ext cx="32004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66560" y="1463040"/>
            <a:ext cx="1051560" cy="658368"/>
          </a:xfrm>
          <a:prstGeom prst="roundRect">
            <a:avLst/>
          </a:prstGeom>
          <a:solidFill>
            <a:srgbClr val="5E35B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 Secrets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612380" y="1965960"/>
            <a:ext cx="0" cy="155448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040" y="2697480"/>
            <a:ext cx="1051560" cy="658368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 Terraform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2697480"/>
            <a:ext cx="1051560" cy="658368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 External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697480"/>
            <a:ext cx="1051560" cy="65836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 MOSIP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2697480"/>
            <a:ext cx="1051560" cy="658368"/>
          </a:xfrm>
          <a:prstGeom prst="roundRect">
            <a:avLst/>
          </a:prstGeom>
          <a:solidFill>
            <a:srgbClr val="4DBDE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 Test rigs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440"/>
                </a:solidFill>
              </a:defRPr>
            </a:pPr>
            <a:r>
              <a:t>▸ Steps 1–4: Prepare environment (QA/Dev)</a:t>
            </a:r>
          </a:p>
          <a:p>
            <a:pPr>
              <a:defRPr sz="1300">
                <a:solidFill>
                  <a:srgbClr val="2D3440"/>
                </a:solidFill>
              </a:defRPr>
            </a:pPr>
            <a:r>
              <a:t>▸ Step 5: Infrastructure + Rancher + KUBECONFIG (automated)</a:t>
            </a:r>
          </a:p>
          <a:p>
            <a:pPr>
              <a:defRPr sz="1300">
                <a:solidFill>
                  <a:srgbClr val="2D3440"/>
                </a:solidFill>
              </a:defRPr>
            </a:pPr>
            <a:r>
              <a:t>▸ Steps 6–7: Application stack (External auto-triggers MOSIP)</a:t>
            </a:r>
          </a:p>
          <a:p>
            <a:pPr>
              <a:defRPr sz="1300">
                <a:solidFill>
                  <a:srgbClr val="2D3440"/>
                </a:solidFill>
              </a:defRPr>
            </a:pPr>
            <a:r>
              <a:t>▸ Step 8: Optional test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Automated vs Manual</a:t>
            </a:r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✅ Automated: WireGuard peers, Rancher import, KUBECONFIG publish, DSF domains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✅ Automated: Post-apply Rancher SSH import (fresh token)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✅ Automated: Runtime tfvars — no rancher_import_url in profile tfvars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📝 Manual: Google reCAPTCHA keys (6 per env)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📝 Manual: Route53 zone_id, AMI in tfvars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📝 Manual: Partner onboarding verification in MinIO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Phase 0 — DevOps One-Time Setup</a:t>
            </a:r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Repository secrets: GPG_PASSPHRASE, AWS keys, mosip-aws, GH_INFRA_PAT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WireGuard: ACTION_PAT, MOSIP_AWS_PEM (for onboard workflow)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Workflow: terraform plan/apply → base-infra, TERRAFORM_APPLY=true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Edit: terraform/implementations/aws/base-infra/aws.tfvars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Output: Jump server public IP (needed for WireGuard onboard)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Optional: observ-infra + Keycloak-Rancher SAML for Rancher 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1143000"/>
            <a:ext cx="685800" cy="68580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Create Deployment Branch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git clone → checkout automation branch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git checkout -b qajava11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git push -u origin qajava11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Branch name becomes GitHub Environment name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Commit profile tfvars on this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1143000"/>
            <a:ext cx="685800" cy="68580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Edit Terraform tfvars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File: profiles/mosip/aws.tfvars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cluster_name + cluster_env_domain must match Helmsman inputs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zone_id, ami, vpc_name, ssh_key_name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enable_postgresql_setup=true, postgresql_port=5433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mosip_infra_branch=develop (use develop, not perfm)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Do NOT set rancher_import_url when using ENABLE_RANCHER_IMPORT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1143000"/>
            <a:ext cx="685800" cy="68580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WireGuard Onboard (Automated)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Workflow: WireGuard onboard environment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Requires: self-hosted runner, MOSIP_AWS_PEM, ACTION_PAT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ENV_NAME=qajava11, JUMPSERVER_HOST=&lt;jump IP&gt;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DRY_RUN=true first, then false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Creates: TF_WG_CONFIG, CLUSTER_WIREGUARD_WG0, WG1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Must complete BEFORE terraform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Secrets &amp; Variables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4DBDE5"/>
                </a:solidFill>
              </a:defRPr>
            </a:pPr>
            <a:r>
              <a:t>Where each secret comes from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606040" cy="5943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Repository</a:t>
            </a:r>
            <a:br/>
            <a:r>
              <a:t>(one-time)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2606040" cy="228600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D3440"/>
                </a:solidFill>
              </a:defRPr>
            </a:pPr>
            <a:r>
              <a:t>GPG • AWS • SSH • GH_INFRA_PAT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606040" cy="59436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Auto-published</a:t>
            </a:r>
            <a:br/>
            <a:r>
              <a:t>(per env)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286000"/>
            <a:ext cx="2606040" cy="228600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D3440"/>
                </a:solidFill>
              </a:defRPr>
            </a:pPr>
            <a:r>
              <a:t>TF_WG_CONFIG • WG0/WG1 • KUBECONFIG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2606040" cy="594360"/>
          </a:xfrm>
          <a:prstGeom prst="roundRect">
            <a:avLst/>
          </a:prstGeom>
          <a:solidFill>
            <a:srgbClr val="5E35B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Manual</a:t>
            </a:r>
            <a:br/>
            <a:r>
              <a:t>(per env)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86000"/>
            <a:ext cx="2606040" cy="228600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D3440"/>
                </a:solidFill>
              </a:defRPr>
            </a:pPr>
            <a:r>
              <a:t>Rancher API • Captcha (6 keys)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1143000"/>
            <a:ext cx="685800" cy="68580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Captcha, Rancher API &amp; Env Variables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Create 6 reCAPTCHA v2 keys (prereg, admin, resident domains)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Set captcha secrets on Environment qajava11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Variables: DOMAIN_NAME, ENV_NAME, CLUSTER_ID, DB_PORT=5433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Secrets: RANCHER_API_URL (no /v3), RANCHER_API_TOKEN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Location: Settings → Environments → qajava11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1143000"/>
            <a:ext cx="685800" cy="6858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Terraform Infra — Workflow Inputs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Workflow: terraform plan / apply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TERRAFORM_COMPONENT=infra, INFRA_PROFILE=mosip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TERRAFORM_APPLY ✅  ENABLE_RANCHER_IMPORT ✅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PUBLISH_KUBECONFIG ✅ (default)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RANCHER_CLUSTER_NAME optional (defaults to branch)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Prerequisites: TF_WG_CONFIG + RANCHER_API_* must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Terraform + Rancher Internal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4DBDE5"/>
                </a:solidFill>
              </a:defRPr>
            </a:pPr>
            <a:r>
              <a:t>8 automated steps inside terraform plan/apply when Rancher import enabled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987552" cy="59436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Mint import URL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53312" y="1714500"/>
            <a:ext cx="32004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4600" y="1417320"/>
            <a:ext cx="987552" cy="59436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Plan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02152" y="1714500"/>
            <a:ext cx="32004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63440" y="1417320"/>
            <a:ext cx="987552" cy="59436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Refresh URL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50992" y="1714500"/>
            <a:ext cx="32004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12280" y="1417320"/>
            <a:ext cx="987552" cy="5943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Apply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626096" y="1737360"/>
            <a:ext cx="0" cy="27432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2377440"/>
            <a:ext cx="987552" cy="59436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SSH import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53312" y="2674620"/>
            <a:ext cx="32004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14600" y="2377440"/>
            <a:ext cx="987552" cy="59436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RBAC grants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02152" y="2674620"/>
            <a:ext cx="32004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63440" y="2377440"/>
            <a:ext cx="987552" cy="5943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Publish KUBECONFIG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50992" y="2674620"/>
            <a:ext cx="32004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12280" y="2377440"/>
            <a:ext cx="987552" cy="59436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Commit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8229600" cy="50292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F3A"/>
                </a:solidFill>
              </a:defRPr>
            </a:pPr>
            <a:r>
              <a:t>Inputs: ENABLE_RANCHER_IMPORT=true  •  PUBLISH_KUBECONFIG=true  •  RANCHER_API_URL +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1143000"/>
            <a:ext cx="685800" cy="6858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After Terraform — Verify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Environment secret KUBECONFIG exists (auto-published)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Rancher UI: cluster state = Active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kubectl get nodes — all Ready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kubectl get pods -n cattle-system — agent Running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Copy CLUSTER_ID for Helmsman (e.g. c-c8ms8)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If publish failed: check Apply Rancher import step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Helmsman Deployment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4DBDE5"/>
                </a:solidFill>
              </a:defRPr>
            </a:pPr>
            <a:r>
              <a:t>Application layer after infrastructure is ready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011680" cy="914400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Helmsman</a:t>
            </a:r>
            <a:br/>
            <a:r>
              <a:t>External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011680" cy="9144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Helmsman</a:t>
            </a:r>
            <a:br/>
            <a:r>
              <a:t>MOSIP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011680" cy="914400"/>
          </a:xfrm>
          <a:prstGeom prst="roundRect">
            <a:avLst/>
          </a:prstGeom>
          <a:solidFill>
            <a:srgbClr val="4DBDE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F3A"/>
                </a:solidFill>
              </a:defRPr>
            </a:pPr>
            <a:r>
              <a:t>Test Rigs</a:t>
            </a:r>
            <a:br/>
            <a:r>
              <a:t>(optional)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286000"/>
            <a:ext cx="64008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77840" y="2286000"/>
            <a:ext cx="64008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06324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5C677D"/>
                </a:solidFill>
              </a:defRPr>
            </a:pPr>
            <a:r>
              <a:t>prereq + external DSF</a:t>
            </a:r>
            <a:br/>
            <a:r>
              <a:t>Istio • Keycloak • Kafka • 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6324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5C677D"/>
                </a:solidFill>
              </a:defRPr>
            </a:pPr>
            <a:r>
              <a:t>mosip-dsf.yaml</a:t>
            </a:r>
            <a:br/>
            <a:r>
              <a:t>All MOSIP core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6324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5C677D"/>
                </a:solidFill>
              </a:defRPr>
            </a:pPr>
            <a:r>
              <a:t>testrigs-dsf.yaml</a:t>
            </a:r>
            <a:br/>
            <a:r>
              <a:t>API / UI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434840"/>
            <a:ext cx="6400800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7C00"/>
                </a:solidFill>
              </a:defRPr>
            </a:pPr>
            <a:r>
              <a:t>Always use mode=apply — dry-run fails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1143000"/>
            <a:ext cx="685800" cy="68580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Helmsman External (Prereq + External)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Workflow: Deploy External services of mosip using Helmsman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mode=apply ⚠️ NOT dry-run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profile, domain_name, env_name, db_port=5433, clusterid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Parallel: prereq-dsf + external-dsf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Istio, monitoring, Keycloak, Kafka, MinIO, ActiveMQ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Success → auto-triggers Helmsman MOSIP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1143000"/>
            <a:ext cx="685800" cy="6858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Helmsman MOSIP (Automatic)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Usually auto-triggered after Step 6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Deploys mosip-dsf.yaml — all core services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Duration ~25–35 minutes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Monitor: kubectl get pods -n mosip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Wait for partner onboarder job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1143000"/>
            <a:ext cx="685800" cy="685800"/>
          </a:xfrm>
          <a:prstGeom prst="ellipse">
            <a:avLst/>
          </a:prstGeom>
          <a:solidFill>
            <a:srgbClr val="4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Helmsman Test Rigs (Optional)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Run ONLY after all MOSIP pods Running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Workflow: Deploy Testrigs of mosip using Helmsman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mode=apply, profile=mosip-platform-1.2.0.x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Deploys testrigs-dsf.yaml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Skip if not doing automated API/UI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Verification &amp; Sign-Off</a:t>
            </a:r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Infra: nodes Ready, KUBECONFIG secret, Rancher Active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External: istio-system, keycloak, kafka, minio pods Running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MOSIP: all mosip namespace pods Running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Portals: admin, prereg, resident, iam.qajava11.mosip.net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Partner onboarder Completed — MinIO reports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Use QA sign-off checklist in SELF_SERVICE_DEPLOYMENT_GUIDE.md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Common Mistakes to Avoid</a:t>
            </a:r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❌ Branch ≠ Environment name → secrets not found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❌ Skipped WireGuard → TF_WG_CONFIG missing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❌ Missing RANCHER_API_* → import/kubeconfig fails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❌ Helmsman dry-run → validation errors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❌ Wrong CLUSTER_ID → monitoring broken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❌ mosip_infra_branch=perfm → use develop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❌ Test rigs before MOSIP healthy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Teardown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4DBDE5"/>
                </a:solidFill>
              </a:defRPr>
            </a:pPr>
            <a:r>
              <a:t>Safe environment cleanup</a:t>
            </a:r>
          </a:p>
        </p:txBody>
      </p:sp>
      <p:pic>
        <p:nvPicPr>
          <p:cNvPr id="6" name="Picture 5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2286000" cy="1097280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Helmsman Destroy</a:t>
            </a:r>
            <a:br/>
            <a:r>
              <a:t>(optional)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834640"/>
            <a:ext cx="50292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80" y="2286000"/>
            <a:ext cx="2286000" cy="109728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terraform destroy</a:t>
            </a:r>
            <a:br/>
            <a:r>
              <a:t>TERRAFORM_DESTROY=true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80" y="2834640"/>
            <a:ext cx="502920" cy="0"/>
          </a:xfrm>
          <a:prstGeom prst="line">
            <a:avLst/>
          </a:prstGeom>
          <a:ln w="31750">
            <a:solidFill>
              <a:srgbClr val="009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2286000"/>
            <a:ext cx="2286000" cy="1097280"/>
          </a:xfrm>
          <a:prstGeom prst="roundRect">
            <a:avLst/>
          </a:prstGeom>
          <a:solidFill>
            <a:srgbClr val="0096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WireGuard offboard</a:t>
            </a:r>
            <a:br/>
            <a:r>
              <a:t>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7680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2D3440"/>
                </a:solidFill>
              </a:defRPr>
            </a:pPr>
            <a:r>
              <a:t>Destroy auto-disables Rancher import — no tfvars edit needed</a:t>
            </a:r>
            <a:br/>
            <a:r>
              <a:t>Re-run destroy if git commit step fails (e.g. branch names with parentheses)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Documentation &amp; Next Steps</a:t>
            </a:r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41454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docs/SELF_SERVICE_DEPLOYMENT_GUIDE.md — full written guide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docs/WORKFLOW_GUIDE.md — GitHub Actions UI walkthrough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docs/SECRET_GENERATION_GUIDE.md — credentials setup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docs/ENVIRONMENT_DESTRUCTION_GUIDE.md — teardown details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docs/DSF_CONFIGURATION_GUIDE.md — Helmsman config</a:t>
            </a:r>
          </a:p>
          <a:p>
            <a:pPr>
              <a:spcAft>
                <a:spcPts val="600"/>
              </a:spcAft>
              <a:defRPr sz="1600" b="1">
                <a:solidFill>
                  <a:srgbClr val="2D3440"/>
                </a:solidFill>
              </a:defRPr>
            </a:pPr>
            <a:r>
              <a:t>Share this PPT + guide link with all attendees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677D"/>
                </a:solidFill>
              </a:defRPr>
            </a:pPr>
            <a:r>
              <a:t>MOSIP Infrastructure • Self-Service Deployment KT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0"/>
            <a:ext cx="9144000" cy="24688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s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1919735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828800"/>
            <a:ext cx="7772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7772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Thank you — happy deploying!</a:t>
            </a:r>
            <a:br/>
            <a:r>
              <a:t>mosip/infra • Self-Service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9160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Dev &amp; QA Teams  •  GitHub Actions  • 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